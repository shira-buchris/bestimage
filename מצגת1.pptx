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519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936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79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48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737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09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16633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711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067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849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88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DE148-75AC-4426-A12C-73C0831FD3F5}" type="datetimeFigureOut">
              <a:rPr lang="he-IL" smtClean="0"/>
              <a:t>י"ט/סיון/תשפ"ו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77436DF-D600-44BA-BF0F-AF7C7DAD145C}" type="slidenum">
              <a:rPr lang="he-IL" smtClean="0"/>
              <a:t>‹#›</a:t>
            </a:fld>
            <a:endParaRPr lang="he-IL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607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969E8A5C-AF7E-FED0-EFB7-EAD1A5BA05B5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871379F-4A66-FCA3-FA8D-23D3ACF5507D}"/>
              </a:ext>
            </a:extLst>
          </p:cNvPr>
          <p:cNvSpPr txBox="1"/>
          <p:nvPr/>
        </p:nvSpPr>
        <p:spPr>
          <a:xfrm>
            <a:off x="1671484" y="5004619"/>
            <a:ext cx="69121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לוגו...</a:t>
            </a:r>
          </a:p>
        </p:txBody>
      </p:sp>
      <p:sp>
        <p:nvSpPr>
          <p:cNvPr id="7" name="כותרת 6">
            <a:extLst>
              <a:ext uri="{FF2B5EF4-FFF2-40B4-BE49-F238E27FC236}">
                <a16:creationId xmlns:a16="http://schemas.microsoft.com/office/drawing/2014/main" id="{3D1CCD9D-E66F-A304-F739-31F2D593E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09368"/>
            <a:ext cx="9603275" cy="644386"/>
          </a:xfrm>
        </p:spPr>
        <p:txBody>
          <a:bodyPr>
            <a:normAutofit/>
          </a:bodyPr>
          <a:lstStyle/>
          <a:p>
            <a:r>
              <a:rPr lang="he-IL" dirty="0"/>
              <a:t> שירה בוכריס</a:t>
            </a:r>
            <a:r>
              <a:rPr lang="en-US" dirty="0" err="1"/>
              <a:t>BestImage</a:t>
            </a:r>
            <a:r>
              <a:rPr lang="en-US" dirty="0"/>
              <a:t>                                              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5985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E153-53F5-8DCF-F336-C357F46C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5766B8A2-1653-2BDE-BAFD-CD5640FB260B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3DDDC414-1EC8-9C94-9F6D-44F4022C6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תיאור </a:t>
            </a:r>
            <a:r>
              <a:rPr lang="he-IL" dirty="0" err="1"/>
              <a:t>הפרוייקט</a:t>
            </a:r>
            <a:r>
              <a:rPr lang="he-IL" dirty="0"/>
              <a:t>: 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20B362B-EF19-28C2-461C-192078A4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07" y="2015732"/>
            <a:ext cx="10180647" cy="3450613"/>
          </a:xfrm>
        </p:spPr>
        <p:txBody>
          <a:bodyPr/>
          <a:lstStyle/>
          <a:p>
            <a:pPr marL="0" indent="0">
              <a:buNone/>
            </a:pPr>
            <a:r>
              <a:rPr lang="he-IL" dirty="0"/>
              <a:t>כלי עזר לצלמים המסנן את תמונות הסטודיו של האירוע ובוחר את התמונה המיטבית מתוך סדרת פוזות. </a:t>
            </a:r>
          </a:p>
        </p:txBody>
      </p:sp>
    </p:spTree>
    <p:extLst>
      <p:ext uri="{BB962C8B-B14F-4D97-AF65-F5344CB8AC3E}">
        <p14:creationId xmlns:p14="http://schemas.microsoft.com/office/powerpoint/2010/main" val="3781616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DE1DC-83FE-2410-B80D-DFC6F18C2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C989506-D778-8BF6-B46F-B9D3A130B33F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9BB630E8-5F5D-9BE6-7B0E-C0013EFA6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38865"/>
            <a:ext cx="9603275" cy="614889"/>
          </a:xfrm>
        </p:spPr>
        <p:txBody>
          <a:bodyPr/>
          <a:lstStyle/>
          <a:p>
            <a:pPr algn="ctr"/>
            <a:r>
              <a:rPr lang="he-IL" dirty="0"/>
              <a:t>רקע: 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970D115-A2FD-F13A-096B-BCD11CBBF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עולם הצילום בימינו, צילום במצלמות מקצועיות, הפסד הרגע המתאים על ידי מעופף, חיוך, עיניים </a:t>
            </a:r>
            <a:r>
              <a:rPr lang="he-IL" dirty="0" err="1"/>
              <a:t>וכו</a:t>
            </a:r>
            <a:r>
              <a:rPr lang="he-IL" dirty="0"/>
              <a:t>'. </a:t>
            </a:r>
          </a:p>
          <a:p>
            <a:pPr marL="0" indent="0">
              <a:buNone/>
            </a:pPr>
            <a:r>
              <a:rPr lang="he-IL" dirty="0"/>
              <a:t>פרמטרים לתמונה מוצלחת: חדות, חיוך ועיניים. </a:t>
            </a:r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53252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1EBE9-C39C-B8DC-9B2E-F0084C050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EBD37967-F49B-2A96-0B0B-2DE5F34A4692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FF825700-7161-7D44-BFE6-64C79569C768}"/>
              </a:ext>
            </a:extLst>
          </p:cNvPr>
          <p:cNvSpPr txBox="1"/>
          <p:nvPr/>
        </p:nvSpPr>
        <p:spPr>
          <a:xfrm>
            <a:off x="4462733" y="1907458"/>
            <a:ext cx="4718023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lang="en-US" dirty="0"/>
              <a:t>  </a:t>
            </a:r>
            <a:r>
              <a:rPr lang="he-IL" dirty="0"/>
              <a:t>עדיפות האדם- לפי מספר האנשים בתמונה.</a:t>
            </a:r>
          </a:p>
          <a:p>
            <a:pPr algn="r"/>
            <a:r>
              <a:rPr lang="he-IL" dirty="0"/>
              <a:t>ירידת ציון כוללת- לא משפיעה. </a:t>
            </a:r>
          </a:p>
          <a:p>
            <a:pPr algn="r"/>
            <a:r>
              <a:rPr lang="he-IL" dirty="0"/>
              <a:t>תיעדוף נכון- פה לעומת עיניים, חדות- מרבית. </a:t>
            </a:r>
          </a:p>
          <a:p>
            <a:pPr algn="r"/>
            <a:r>
              <a:rPr lang="he-IL" dirty="0"/>
              <a:t>חדות- למה בדיקת פנים ולא בדיקת התמונה כולה.  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9A32F9A-8657-B7F5-E774-9E25CDA85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22" y="3544574"/>
            <a:ext cx="3864012" cy="257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0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88863-B190-E821-FAD4-26A59AE5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A14C9D6-257A-8260-2BD4-7A4198D8B02F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EBD7423-4AF5-1491-6900-5A976D182D95}"/>
              </a:ext>
            </a:extLst>
          </p:cNvPr>
          <p:cNvSpPr txBox="1"/>
          <p:nvPr/>
        </p:nvSpPr>
        <p:spPr>
          <a:xfrm>
            <a:off x="7489790" y="2310581"/>
            <a:ext cx="3446777" cy="1200329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/>
            <a:r>
              <a:rPr lang="he-IL" dirty="0"/>
              <a:t>הבעיה האלגוריתמית: </a:t>
            </a:r>
          </a:p>
          <a:p>
            <a:pPr algn="r"/>
            <a:r>
              <a:rPr lang="he-IL" dirty="0"/>
              <a:t>1. חלוקה לפוזות. </a:t>
            </a:r>
          </a:p>
          <a:p>
            <a:pPr algn="r"/>
            <a:r>
              <a:rPr lang="he-IL" dirty="0"/>
              <a:t>2. ניתוח התמונה- על מנת לתת ציון. </a:t>
            </a:r>
            <a:endParaRPr lang="en-US" dirty="0"/>
          </a:p>
          <a:p>
            <a:pPr algn="r"/>
            <a:r>
              <a:rPr lang="he-IL" dirty="0"/>
              <a:t>. בחירת התמונה האידיאלית. </a:t>
            </a:r>
            <a:r>
              <a:rPr lang="en-US" dirty="0"/>
              <a:t>3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42812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A65B8-B54D-AE21-1E89-730642B0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9CE22E3-5F47-B386-5578-21E396279B1E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EAD7D697-C27C-C66B-4DF2-F372091FB305}"/>
              </a:ext>
            </a:extLst>
          </p:cNvPr>
          <p:cNvSpPr txBox="1"/>
          <p:nvPr/>
        </p:nvSpPr>
        <p:spPr>
          <a:xfrm>
            <a:off x="6449961" y="1968288"/>
            <a:ext cx="362564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3200" dirty="0"/>
              <a:t>1. חלוקה לפוזות.  </a:t>
            </a:r>
          </a:p>
          <a:p>
            <a:pPr algn="r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4935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B16CD-190A-EFA3-F3E6-BBE00B1F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860C3AB-ED18-A7F5-E0E7-56691DAFE0C3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0C5E4B-2872-629F-EE59-891FAE8FB0AE}"/>
              </a:ext>
            </a:extLst>
          </p:cNvPr>
          <p:cNvSpPr txBox="1"/>
          <p:nvPr/>
        </p:nvSpPr>
        <p:spPr>
          <a:xfrm>
            <a:off x="4227869" y="2922017"/>
            <a:ext cx="5732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3200" dirty="0"/>
              <a:t> ניתוח התמונה- על מנת לתת ציון.</a:t>
            </a:r>
          </a:p>
        </p:txBody>
      </p:sp>
    </p:spTree>
    <p:extLst>
      <p:ext uri="{BB962C8B-B14F-4D97-AF65-F5344CB8AC3E}">
        <p14:creationId xmlns:p14="http://schemas.microsoft.com/office/powerpoint/2010/main" val="1013562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45DA-65AD-78BD-5000-242056C2D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9E401B13-9D76-DFFF-E287-6720642BD7AC}"/>
              </a:ext>
            </a:extLst>
          </p:cNvPr>
          <p:cNvSpPr txBox="1"/>
          <p:nvPr/>
        </p:nvSpPr>
        <p:spPr>
          <a:xfrm>
            <a:off x="11248103" y="196644"/>
            <a:ext cx="64152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dirty="0"/>
              <a:t>בס"ד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B185A2A-BDCB-402D-C8FF-4C3EB7A2B6E9}"/>
              </a:ext>
            </a:extLst>
          </p:cNvPr>
          <p:cNvSpPr txBox="1"/>
          <p:nvPr/>
        </p:nvSpPr>
        <p:spPr>
          <a:xfrm>
            <a:off x="4633451" y="2844225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he-IL" sz="3200" dirty="0"/>
              <a:t>. בחירת התמונה האידיאלית. </a:t>
            </a:r>
            <a:r>
              <a:rPr lang="en-US" sz="3200" dirty="0"/>
              <a:t>3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2202461877"/>
      </p:ext>
    </p:extLst>
  </p:cSld>
  <p:clrMapOvr>
    <a:masterClrMapping/>
  </p:clrMapOvr>
</p:sld>
</file>

<file path=ppt/theme/theme1.xml><?xml version="1.0" encoding="utf-8"?>
<a:theme xmlns:a="http://schemas.openxmlformats.org/drawingml/2006/main" name="גלריה">
  <a:themeElements>
    <a:clrScheme name="גלריה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גלריה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גלריה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10610</TotalTime>
  <Words>139</Words>
  <Application>Microsoft Office PowerPoint</Application>
  <PresentationFormat>מסך רחב</PresentationFormat>
  <Paragraphs>27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גלריה</vt:lpstr>
      <vt:lpstr> שירה בוכריסBestImage                                               </vt:lpstr>
      <vt:lpstr>תיאור הפרוייקט: </vt:lpstr>
      <vt:lpstr>רקע: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2026-05-11T16:16:47Z</dcterms:created>
  <dcterms:modified xsi:type="dcterms:W3CDTF">2026-06-04T20:58:34Z</dcterms:modified>
</cp:coreProperties>
</file>