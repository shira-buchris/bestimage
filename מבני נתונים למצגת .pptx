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354D0B-E39C-D3C4-E510-26B766CC5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100FBD2-5147-EF8F-6827-1241218C7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83B69B-B7AD-3868-FAD5-CBE37FD7B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DDC4965-8D1B-EF3C-E802-3B50371B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6011F03-0231-9C1D-0715-8A8F38A9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217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C95CD6-F7C7-6DDC-748B-E6757A42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5CC692A-3F82-E313-EE09-E525ADCF4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C05C402-89CC-F9CC-4991-28B0E94A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D69C90-AED1-ACD7-AD03-AB547FB5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907F7D6-8D03-3EBF-3871-1A924BDD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317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A1258E-5931-8806-A8FC-F28C6248C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F75512-FB07-E623-CFD8-8C98066E9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678B34C-2CBB-F7A3-3D01-4042D127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14F2B73-505A-8DFB-8B53-1D942688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5FA41D0-E8B0-2D63-CB39-ADE1FAE9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072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65D19A-346F-B1D4-C056-CEFA164F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7121C0C-6B79-A9F9-A369-775877F284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2BCB375-842F-69B2-6C76-25DC60591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7B3E532-BC94-E01A-878A-DC167888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7906C8A-CC42-97CD-888A-550D69623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3F36DAC-C84A-97B2-CF89-AFE1519C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286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FDB2A5-EF94-AA31-C4AF-67D051AA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F713545-4E0B-6053-7FA4-1AC11E722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C42E3A3-D27A-68CF-ADD2-DBD9EAA84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F7996813-2450-6E83-8525-D82C9F42F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C611424-C4CC-8BFD-385B-98C21C923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5F3D1ED-11CC-494D-866A-444F7D73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B9DAC8B-48C4-9EA6-5C85-A084C148F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B51464A-6224-A101-05B4-D206A097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492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989DEB-B0BF-5EA8-8A7E-3CE90EF7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56145B7-2897-5815-54C5-4E959EBA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DC68D0F-9A04-F0CE-853C-B3ADC336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8885DB9-3894-8CF5-A47A-35ED5240D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3534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FC990DB-F2EB-D905-957F-AC18A43B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416CE8C-FC6E-7263-AA4A-A1B47292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9528626-A4F6-7989-2B68-3469DE1C2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9254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54EC62-3720-125E-75C6-2918745B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C1417D0-4D88-9273-8377-BC41E55DB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F1D3FF4-EC63-AC52-1535-C8F06CE2A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AB063B2-8F0F-8BF2-2C1B-66F0A499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D808BB7-24E9-474C-781E-FC7CE622E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3AA993D-774A-D980-F043-C8926AC9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1692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9D361-95A9-00DF-05FD-143CB8D4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375445C7-39DD-19C6-8A1B-9E87609AC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F680F0A-D6C0-0672-F434-15F9BC825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7362927-FD91-6F14-CB1F-B9474DF8E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F206EF8-FBFA-2518-7608-F95DA318C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A35346E-0D94-C8B9-8BF9-13D5EDD2C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328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855D73-8022-6BEA-9418-DB754E0A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E2E4063-FA29-92E6-AD42-692EC21A8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5F14D86-3CBA-C8AF-4286-23FDB1D72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7E5FDD0-04FD-0E4E-2884-53FB22D06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9795A90-B8AF-1E14-C50B-31C1805B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502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ADA3D4F-7789-0135-D1FD-42CD8923CD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F225FB9-8063-9258-3BE0-5536064AE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2D00FF5-B9E0-D623-7CBA-A9DE98E8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F047DFE-673C-0AB7-3FAD-88DAE02A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C69EB97-D271-97D0-E4B5-9B0AC896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346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8C122C30-1B80-4140-22F2-CB35B08B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8BE16D5-642E-62F7-1BAD-19027F2CD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43E0C32-DAEB-9B6A-6F7A-0CB3F9D23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4413A-9E2B-428B-BB28-B82DF4BE5C19}" type="datetimeFigureOut">
              <a:rPr lang="he-IL" smtClean="0"/>
              <a:t>כ"ו/סיון/תשפ"ו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0ABB1B2-E49C-D6F8-BCD4-FC6F6EB1E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C52FF91-F1F7-87A2-2670-EA2F33589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A199B-C688-4D5B-B411-A7C79779AB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864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E0D1A974-4A06-BFB5-39CD-1A88FD820E68}"/>
              </a:ext>
            </a:extLst>
          </p:cNvPr>
          <p:cNvSpPr/>
          <p:nvPr/>
        </p:nvSpPr>
        <p:spPr>
          <a:xfrm>
            <a:off x="1130710" y="884903"/>
            <a:ext cx="1622322" cy="547656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b="1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EED0E47-7512-CA94-75EF-9B73594399F8}"/>
              </a:ext>
            </a:extLst>
          </p:cNvPr>
          <p:cNvSpPr/>
          <p:nvPr/>
        </p:nvSpPr>
        <p:spPr>
          <a:xfrm>
            <a:off x="3269226" y="884903"/>
            <a:ext cx="1622322" cy="547656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264A04ED-9142-C012-33BB-215EB175B8E7}"/>
              </a:ext>
            </a:extLst>
          </p:cNvPr>
          <p:cNvSpPr/>
          <p:nvPr/>
        </p:nvSpPr>
        <p:spPr>
          <a:xfrm rot="5400000">
            <a:off x="7954297" y="-1042220"/>
            <a:ext cx="1622322" cy="547656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C948720B-1D78-6401-908D-94B53604A1DD}"/>
              </a:ext>
            </a:extLst>
          </p:cNvPr>
          <p:cNvSpPr txBox="1"/>
          <p:nvPr/>
        </p:nvSpPr>
        <p:spPr>
          <a:xfrm>
            <a:off x="1225970" y="412955"/>
            <a:ext cx="136768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/>
              <a:t>מילון תמונות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99DA4AE5-4494-66BD-9788-F50E024334EC}"/>
              </a:ext>
            </a:extLst>
          </p:cNvPr>
          <p:cNvSpPr txBox="1"/>
          <p:nvPr/>
        </p:nvSpPr>
        <p:spPr>
          <a:xfrm>
            <a:off x="3284336" y="412955"/>
            <a:ext cx="144783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/>
              <a:t>מילון בני אדם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8B72CBA-D0BA-DB28-0DBA-30B04EE4CA06}"/>
              </a:ext>
            </a:extLst>
          </p:cNvPr>
          <p:cNvSpPr txBox="1"/>
          <p:nvPr/>
        </p:nvSpPr>
        <p:spPr>
          <a:xfrm>
            <a:off x="8185011" y="412955"/>
            <a:ext cx="127150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/>
              <a:t>מערך פוזות</a:t>
            </a:r>
          </a:p>
        </p:txBody>
      </p: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434D6F31-58D9-615A-1276-F0659EC81918}"/>
              </a:ext>
            </a:extLst>
          </p:cNvPr>
          <p:cNvCxnSpPr>
            <a:cxnSpLocks/>
          </p:cNvCxnSpPr>
          <p:nvPr/>
        </p:nvCxnSpPr>
        <p:spPr>
          <a:xfrm>
            <a:off x="1686232" y="884903"/>
            <a:ext cx="0" cy="547656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28847000-6A62-E8FD-9D92-88270C2AD806}"/>
              </a:ext>
            </a:extLst>
          </p:cNvPr>
          <p:cNvCxnSpPr>
            <a:cxnSpLocks/>
          </p:cNvCxnSpPr>
          <p:nvPr/>
        </p:nvCxnSpPr>
        <p:spPr>
          <a:xfrm>
            <a:off x="3795252" y="884903"/>
            <a:ext cx="0" cy="547656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6C201270-D306-6342-F93A-26511A1EB574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8765458" y="884903"/>
            <a:ext cx="0" cy="162232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מחבר ישר 18">
            <a:extLst>
              <a:ext uri="{FF2B5EF4-FFF2-40B4-BE49-F238E27FC236}">
                <a16:creationId xmlns:a16="http://schemas.microsoft.com/office/drawing/2014/main" id="{6F805B0A-122E-9251-CC2E-2005815CA0C3}"/>
              </a:ext>
            </a:extLst>
          </p:cNvPr>
          <p:cNvCxnSpPr>
            <a:cxnSpLocks/>
          </p:cNvCxnSpPr>
          <p:nvPr/>
        </p:nvCxnSpPr>
        <p:spPr>
          <a:xfrm>
            <a:off x="7354524" y="889823"/>
            <a:ext cx="0" cy="162232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מחבר ישר 19">
            <a:extLst>
              <a:ext uri="{FF2B5EF4-FFF2-40B4-BE49-F238E27FC236}">
                <a16:creationId xmlns:a16="http://schemas.microsoft.com/office/drawing/2014/main" id="{D5256336-360C-D1EA-9665-F0E7F7BEAA4D}"/>
              </a:ext>
            </a:extLst>
          </p:cNvPr>
          <p:cNvCxnSpPr>
            <a:cxnSpLocks/>
          </p:cNvCxnSpPr>
          <p:nvPr/>
        </p:nvCxnSpPr>
        <p:spPr>
          <a:xfrm>
            <a:off x="10166562" y="899653"/>
            <a:ext cx="0" cy="162232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63380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מסך רחב</PresentationFormat>
  <Paragraphs>3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2026-06-11T09:31:37Z</dcterms:created>
  <dcterms:modified xsi:type="dcterms:W3CDTF">2026-06-11T09:31:43Z</dcterms:modified>
</cp:coreProperties>
</file>